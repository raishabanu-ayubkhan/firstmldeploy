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71" r:id="rId16"/>
    <p:sldId id="274" r:id="rId17"/>
    <p:sldId id="276" r:id="rId18"/>
    <p:sldId id="277" r:id="rId19"/>
    <p:sldId id="280" r:id="rId20"/>
    <p:sldId id="279" r:id="rId21"/>
    <p:sldId id="282" r:id="rId22"/>
    <p:sldId id="283" r:id="rId23"/>
    <p:sldId id="284" r:id="rId24"/>
    <p:sldId id="285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3215-91A5-C73F-7850-1EC36CB8B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A4A67-14A3-2BB7-17C8-8F78EFAA4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CE80-6796-6BB9-252C-2FA9F771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6CB6F-90EA-46D7-E354-1083433E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3E4F-958E-0803-0219-A9360BF8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1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17A6-6781-ED43-83E9-5DF0D80F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C129-447E-5D62-9908-ABF051B5C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9E9C-3634-B512-D300-A3505392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7572F-0F33-BC11-5EFA-55BA7329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000F-C490-0CEF-5F82-EF8C3C8B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19B9-86C7-4AA0-2225-56FE0BC3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E0117-7D40-EF4D-1D7A-7CE358CD5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608E4-562F-7AD4-D713-49658B9B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46A6-1BD5-BCDC-4F9C-E8AD2362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D1E8F-C721-97FF-D388-F09F4488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3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1183-8124-8791-C856-DEACB990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E41C2-1023-E94A-1275-579CBB0A4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53A5-5E8A-660B-1F05-F88686FAD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DC8A9-6E3B-3C3A-AE8F-D6CBFC54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4ED1E-028D-55DF-2254-9611443D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E89A2-BA0C-B15B-C431-BA305764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4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AC8D-B68A-17AC-1A96-D193284C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BA63C-28BD-75BC-0D78-C3FBC07C4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E2AF4-6BC6-7A36-3719-CD36C2511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06C81-3F11-9BBA-1D97-81C6D40EA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8E83B-1FB6-F3A8-02AC-9F6917529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0C010-BEC4-AD35-9ECF-A7456366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E6AE77-DA6B-B54E-D383-5976CF3D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181CA-4AD1-E392-72FE-AAE745E7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5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32C3-199E-6B2E-9DF9-35E525A6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7BB43-5FAB-880C-42CC-D862CA23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144FB-5C3B-B4A0-1480-23ACBE94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F3CC2-586D-9023-80E2-CFF12611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1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9BB84-5168-9D0F-94ED-A7A90DA6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C72D6-694B-BCFF-06B4-341C3A28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5DB08-0598-DFC9-1D3A-260D7A9D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0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6B0F-5252-C7F0-39FA-F4EE055D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3BB0-7AC4-9A68-B66E-92145D368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914F3-C086-90F4-14DB-CE804A8F4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34F18-C1B0-3BF7-C8B1-398E8D00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1782F-AFAE-8230-0B7A-956FDDFD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548AB-8003-A73D-68B6-4A38486D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9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F69C-F41A-ABCD-733C-0DDD7C96A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48A29F-4B70-0405-8066-EFD35AACC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7AAE6-DD8B-F806-12E6-D2A58A29B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72B94-44E1-9BC7-34C0-C5D4F34F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745CD-0E06-C494-662D-FE763B69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E7AEF-1FA0-AC62-92FC-D79AABD6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1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3B65-831C-DF73-5FE1-EB057DBC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46EA8-6373-CB4A-584A-13778D218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6240-705B-1867-B2F1-70D2CDEB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0F2A8-340B-D93A-5D8B-D92B253C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743FD-6352-1E86-C2C0-4C876689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0E1C6-2C48-EAF7-EABD-3FEB7F2F0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42AB5-7278-31EB-65FE-50043171D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BB1B3-256A-A9CE-77A3-1E4DCF43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6FEC-C368-8816-C42F-DB53707B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C7BF-406F-CEAE-7CAE-65902458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7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1DB84-CA93-5976-6EB3-168FD4F12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38C92-EDE6-1B66-F7D7-A678CE3E1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C7557-7DB2-51F4-747E-95A6CF9FB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C81DD-905C-4950-A7E3-FE96B1D07A4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AE5DE-B721-AF3B-B9AA-F46938E20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DF792-BDA6-9EC7-6BDE-F1B644C6D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873E7-F999-4D9E-A2A5-A8A3C4402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77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CEF1-9DC4-21FC-6F69-A32D8B121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Decision making </a:t>
            </a:r>
            <a:br>
              <a:rPr lang="en-US" dirty="0"/>
            </a:br>
            <a:r>
              <a:rPr lang="en-US" dirty="0"/>
              <a:t>or </a:t>
            </a:r>
            <a:br>
              <a:rPr lang="en-US" dirty="0"/>
            </a:br>
            <a:r>
              <a:rPr lang="en-US" dirty="0"/>
              <a:t>conditional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CF556-AC7A-62AC-2D40-460A95EF1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7541"/>
            <a:ext cx="9144000" cy="2593297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						- </a:t>
            </a:r>
            <a:r>
              <a:rPr lang="en-US" dirty="0" err="1"/>
              <a:t>A.Raishabanu</a:t>
            </a:r>
            <a:r>
              <a:rPr lang="en-US" dirty="0"/>
              <a:t> AP/IT</a:t>
            </a:r>
          </a:p>
        </p:txBody>
      </p:sp>
    </p:spTree>
    <p:extLst>
      <p:ext uri="{BB962C8B-B14F-4D97-AF65-F5344CB8AC3E}">
        <p14:creationId xmlns:p14="http://schemas.microsoft.com/office/powerpoint/2010/main" val="272655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9694C-C3D9-9BC3-4FA6-A9A11A6C1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3970"/>
          </a:xfrm>
        </p:spPr>
        <p:txBody>
          <a:bodyPr/>
          <a:lstStyle/>
          <a:p>
            <a:r>
              <a:rPr lang="en-US" dirty="0"/>
              <a:t>Definition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1095-A4A1-E688-67E4-5951E6EAE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3908"/>
            <a:ext cx="10515600" cy="45130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Conditional statements are decision-making statements.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They execute different blocks of code depending on whether a condition is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35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4B22-250D-EBF5-D3EC-41CC974B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conditional Statement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00E75F-1ABD-76E3-E5B2-5A4A26D48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96" y="1690687"/>
            <a:ext cx="10739203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5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4A24-1FFD-DCB2-068C-4176C250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715"/>
            <a:ext cx="10515600" cy="104931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Simple if </a:t>
            </a:r>
            <a:br>
              <a:rPr lang="en-US" dirty="0"/>
            </a:br>
            <a:r>
              <a:rPr lang="en-US" sz="2200" dirty="0"/>
              <a:t>Used when only the </a:t>
            </a:r>
            <a:r>
              <a:rPr lang="en-US" sz="2200" b="1" dirty="0"/>
              <a:t>true</a:t>
            </a:r>
            <a:r>
              <a:rPr lang="en-US" sz="2200" dirty="0"/>
              <a:t> condition needs to be executed.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D6A184-3485-1B39-AC31-287335A9D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2728" y="1825625"/>
            <a:ext cx="47083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9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E6DC-105E-BE9C-4465-692638BC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44FAC-F4A8-93F9-4E88-30FEB75F3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if (condition)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{ // Code to execute if condition is true 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7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BACD-F4E2-2B81-F883-F2924545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Eligible to vote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5023-E7DD-540B-EFCE-49147095E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age = 20;</a:t>
            </a:r>
          </a:p>
          <a:p>
            <a:pPr marL="0" indent="0">
              <a:buNone/>
            </a:pPr>
            <a:r>
              <a:rPr lang="en-US" dirty="0"/>
              <a:t>if(age &gt;= 18)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"Eligible to vote";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926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FD21-50A0-8E33-229F-875948920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682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If- else statement </a:t>
            </a:r>
            <a:br>
              <a:rPr lang="en-US" dirty="0"/>
            </a:br>
            <a:r>
              <a:rPr lang="en-US" sz="2400" dirty="0"/>
              <a:t>Executes if block if the condition is true, otherwise executes else block.</a:t>
            </a:r>
            <a:br>
              <a:rPr lang="en-US" sz="2400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93B5D3-42B2-CD69-9ABA-5E1DB5FA0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397" y="1619250"/>
            <a:ext cx="7225259" cy="45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9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168F-40BF-F49B-25BC-A7137D45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C9C75-DB68-431F-E5DE-D3D0AC5EF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if (condition)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// Code to execute if condition is true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{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// Code to execute if conditions are false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31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C6B0-A88E-0D14-6DE0-5AA784F1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– pass or fail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956F-CCF2-40A5-5265-30D43A43C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12"/>
            <a:ext cx="10515600" cy="51276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mark = 40; </a:t>
            </a:r>
          </a:p>
          <a:p>
            <a:pPr marL="0" indent="0">
              <a:buNone/>
            </a:pPr>
            <a:r>
              <a:rPr lang="en-US" dirty="0"/>
              <a:t>if(mark &gt;= 50)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"Pass";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else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cout</a:t>
            </a:r>
            <a:r>
              <a:rPr lang="en-US" dirty="0"/>
              <a:t> &lt;&lt; "Fail";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593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4EDC-DCFA-3934-8373-19D00093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Else-if ladder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0D586A-884C-0E48-2AEB-EAE959915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37"/>
            <a:ext cx="1098903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else-if ladder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decision-making statement used to test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conditions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Conditions are checked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top to bottom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 condition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its corresponding block of code is executed.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remaining conditions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checked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a match is found.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none of the conditions are true,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 is executed.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useful when selecting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option from multiple alternatives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4978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A09E-DCF7-8C0A-1FB9-84FDA98D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   else- if ladder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7A742C-70C4-7F9D-03A8-AE27C0FE4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751" y="1825625"/>
            <a:ext cx="8544393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7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44AF-7A80-CFCD-9135-7F0613AB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dirty="0"/>
              <a:t>Syntax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8F8D-9853-3318-D868-C5248B89F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12"/>
            <a:ext cx="10515600" cy="54435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if (condition1)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// Code executes if condition1 is true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else if (condition2)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// Code executes if condition1 is false AND condition2 is true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else if (condition3)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// Code executes if previous conditions are false AND condition3 is true</a:t>
            </a:r>
          </a:p>
          <a:p>
            <a:pPr marL="0" indent="0">
              <a:buNone/>
            </a:pPr>
            <a:r>
              <a:rPr lang="en-US" dirty="0"/>
              <a:t> } ... </a:t>
            </a:r>
          </a:p>
          <a:p>
            <a:pPr marL="0" indent="0">
              <a:buNone/>
            </a:pPr>
            <a:r>
              <a:rPr lang="en-US" dirty="0"/>
              <a:t>else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// Optional fallback code executes if ALL conditions are false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3827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71ED-6441-A491-D9C4-BD5BB408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068"/>
          </a:xfrm>
        </p:spPr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30F5-DA5E-72D6-D975-4E1D6EA0E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4007"/>
            <a:ext cx="5181600" cy="46629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dirty="0"/>
              <a:t>#include&lt;iostream&gt;</a:t>
            </a:r>
          </a:p>
          <a:p>
            <a:pPr marL="0" indent="0">
              <a:buNone/>
            </a:pPr>
            <a:r>
              <a:rPr lang="en-US" sz="2800" dirty="0"/>
              <a:t>using namespace std;</a:t>
            </a:r>
          </a:p>
          <a:p>
            <a:pPr marL="0" indent="0">
              <a:buNone/>
            </a:pPr>
            <a:r>
              <a:rPr lang="en-US" sz="2800" dirty="0"/>
              <a:t>int main()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int mark = 82;</a:t>
            </a:r>
          </a:p>
          <a:p>
            <a:pPr marL="0" indent="0">
              <a:buNone/>
            </a:pPr>
            <a:r>
              <a:rPr lang="en-US" sz="2800" dirty="0"/>
              <a:t>   if(mark &gt;= 90) 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  <a:r>
              <a:rPr lang="en-US" sz="2800" dirty="0" err="1"/>
              <a:t>cout</a:t>
            </a:r>
            <a:r>
              <a:rPr lang="en-US" sz="2800" dirty="0"/>
              <a:t> &lt;&lt; "Grade A"; 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r>
              <a:rPr lang="en-US" sz="2800" dirty="0"/>
              <a:t>   else if(mark &gt;= 75) 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  </a:t>
            </a:r>
            <a:r>
              <a:rPr lang="en-US" sz="2800" dirty="0" err="1"/>
              <a:t>cout</a:t>
            </a:r>
            <a:r>
              <a:rPr lang="en-US" sz="2800" dirty="0"/>
              <a:t> &lt;&lt; "Grade B"; 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2766A-D635-0C51-E499-0A71783FAD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dirty="0"/>
              <a:t>else if(mark &gt;= 50) 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  <a:r>
              <a:rPr lang="en-US" sz="2800" dirty="0" err="1"/>
              <a:t>cout</a:t>
            </a:r>
            <a:r>
              <a:rPr lang="en-US" sz="2800" dirty="0"/>
              <a:t> &lt;&lt; "Grade C";</a:t>
            </a:r>
          </a:p>
          <a:p>
            <a:pPr marL="0" indent="0">
              <a:buNone/>
            </a:pPr>
            <a:r>
              <a:rPr lang="en-US" sz="2800" dirty="0"/>
              <a:t> }</a:t>
            </a:r>
          </a:p>
          <a:p>
            <a:pPr marL="0" indent="0">
              <a:buNone/>
            </a:pPr>
            <a:r>
              <a:rPr lang="en-US" sz="2800" dirty="0"/>
              <a:t>     else  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  <a:r>
              <a:rPr lang="en-US" sz="2800" dirty="0" err="1"/>
              <a:t>cout</a:t>
            </a:r>
            <a:r>
              <a:rPr lang="en-US" sz="2800" dirty="0"/>
              <a:t> &lt;&lt; "Fail"; </a:t>
            </a:r>
          </a:p>
          <a:p>
            <a:pPr marL="0" indent="0">
              <a:buNone/>
            </a:pPr>
            <a:r>
              <a:rPr lang="en-US" sz="2800" dirty="0"/>
              <a:t> }</a:t>
            </a:r>
          </a:p>
          <a:p>
            <a:pPr marL="0" indent="0">
              <a:buNone/>
            </a:pPr>
            <a:r>
              <a:rPr lang="en-US" sz="2800" dirty="0"/>
              <a:t>     return 0;  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397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3955-AD5E-7DA8-936A-CFA91B91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Nested if else </a:t>
            </a:r>
            <a:br>
              <a:rPr lang="en-US" dirty="0"/>
            </a:br>
            <a:r>
              <a:rPr lang="en-US" sz="2700" dirty="0"/>
              <a:t>If statement is inside another if or else statement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150AF-6C6E-3265-D04D-133CBB371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938" y="1825624"/>
            <a:ext cx="9173980" cy="45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88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3757-AFCF-C404-E580-2EA7455EF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2734-1650-2DE7-7D54-4410E52F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52187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if(condition1)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 {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if(condition2)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{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// Statement 1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}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else 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{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// Statement 2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}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}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else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{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if(condition3)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{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// Statement 3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}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else 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{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// Statement 4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}</a:t>
            </a:r>
            <a:br>
              <a:rPr lang="en-US" dirty="0"/>
            </a:b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89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5BD6F-7573-B065-157B-F6DBDE491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4833"/>
            <a:ext cx="5181600" cy="59221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#include &lt;iostream&gt;</a:t>
            </a:r>
          </a:p>
          <a:p>
            <a:pPr marL="0" indent="0">
              <a:buNone/>
            </a:pPr>
            <a:r>
              <a:rPr lang="en-US" sz="2800" dirty="0"/>
              <a:t>using namespace std;</a:t>
            </a:r>
          </a:p>
          <a:p>
            <a:pPr marL="0" indent="0">
              <a:buNone/>
            </a:pPr>
            <a:r>
              <a:rPr lang="en-US" sz="2800" dirty="0"/>
              <a:t>int main()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int age;</a:t>
            </a:r>
          </a:p>
          <a:p>
            <a:pPr marL="0" indent="0">
              <a:buNone/>
            </a:pPr>
            <a:r>
              <a:rPr lang="en-US" sz="2800" dirty="0"/>
              <a:t>    char license;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cout</a:t>
            </a:r>
            <a:r>
              <a:rPr lang="en-US" sz="2800" dirty="0"/>
              <a:t> &lt;&lt; "Enter Age: ";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cin</a:t>
            </a:r>
            <a:r>
              <a:rPr lang="en-US" sz="2800" dirty="0"/>
              <a:t> &gt;&gt; age;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cout</a:t>
            </a:r>
            <a:r>
              <a:rPr lang="en-US" sz="2800" dirty="0"/>
              <a:t> &lt;&lt; "Do you have a driving license? (Y/N): ";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cin</a:t>
            </a:r>
            <a:r>
              <a:rPr lang="en-US" sz="2800" dirty="0"/>
              <a:t> &gt;&gt; license;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A86A3-DAB4-1CF5-E537-A1FBF4E12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4833"/>
            <a:ext cx="5181600" cy="59221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if(age &gt;= 18)</a:t>
            </a:r>
          </a:p>
          <a:p>
            <a:pPr marL="0" indent="0">
              <a:buNone/>
            </a:pPr>
            <a:r>
              <a:rPr lang="en-US" sz="2800" dirty="0"/>
              <a:t>    {</a:t>
            </a:r>
          </a:p>
          <a:p>
            <a:pPr marL="0" indent="0">
              <a:buNone/>
            </a:pPr>
            <a:r>
              <a:rPr lang="en-US" sz="2800" dirty="0"/>
              <a:t>    if(license == 'Y' || license == 'y’){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err="1"/>
              <a:t>cout</a:t>
            </a:r>
            <a:r>
              <a:rPr lang="en-US" sz="2800" dirty="0"/>
              <a:t> &lt;&lt; "Eligible to drive.";  }</a:t>
            </a:r>
          </a:p>
          <a:p>
            <a:pPr marL="0" indent="0">
              <a:buNone/>
            </a:pPr>
            <a:r>
              <a:rPr lang="en-US" sz="2800" dirty="0"/>
              <a:t> else  {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err="1"/>
              <a:t>cout</a:t>
            </a:r>
            <a:r>
              <a:rPr lang="en-US" sz="2800" dirty="0"/>
              <a:t> &lt;&lt; "Not eligible to drive. Driving license required.";</a:t>
            </a:r>
          </a:p>
          <a:p>
            <a:pPr marL="0" indent="0">
              <a:buNone/>
            </a:pPr>
            <a:r>
              <a:rPr lang="en-US" sz="2800" dirty="0"/>
              <a:t>  } }</a:t>
            </a:r>
          </a:p>
          <a:p>
            <a:pPr marL="0" indent="0">
              <a:buNone/>
            </a:pPr>
            <a:r>
              <a:rPr lang="en-US" sz="2800" dirty="0"/>
              <a:t> else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 </a:t>
            </a:r>
            <a:r>
              <a:rPr lang="en-US" sz="2800" dirty="0" err="1"/>
              <a:t>cout</a:t>
            </a:r>
            <a:r>
              <a:rPr lang="en-US" sz="2800" dirty="0"/>
              <a:t> &lt;&lt; "Not eligible to drive. Age must be 18 or above.";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pPr marL="0" indent="0">
              <a:buNone/>
            </a:pPr>
            <a:r>
              <a:rPr lang="en-US" sz="2800" dirty="0"/>
              <a:t>    return 0;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558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D1A75-6DB2-3309-1F69-5F3DB339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case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F417A5-0E14-21CB-C9CD-3C9B2A50C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00637"/>
            <a:ext cx="113538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 statement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multi-way decision-making statement.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used to select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block of 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multiple alternatives.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value of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compared with the values of different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 matching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found, the corresponding statements are executed.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statement is used to terminate the switch block and prevent fall-through.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case matches,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 is executed (optional). </a:t>
            </a:r>
          </a:p>
        </p:txBody>
      </p:sp>
    </p:spTree>
    <p:extLst>
      <p:ext uri="{BB962C8B-B14F-4D97-AF65-F5344CB8AC3E}">
        <p14:creationId xmlns:p14="http://schemas.microsoft.com/office/powerpoint/2010/main" val="2489575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C3B718-209C-EDB7-2AAA-6E62A40FE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328" y="239712"/>
            <a:ext cx="7315199" cy="640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6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BCF6-A851-D6A0-1C89-6890404E3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127"/>
          </a:xfrm>
        </p:spPr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70DE-A2A3-A37F-89FC-0BD129462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252"/>
            <a:ext cx="10515600" cy="53536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switch (expression)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case value1: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// Code to execute if expression == value1 break;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case value2: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// Code to execute if expression == value2 break;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default: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// Code to execute if no cases match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break;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52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3ED0-147A-C6D1-04CB-EBED98576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9823"/>
            <a:ext cx="5181600" cy="59071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#include &lt;iostream&gt;</a:t>
            </a:r>
          </a:p>
          <a:p>
            <a:pPr marL="0" indent="0">
              <a:buNone/>
            </a:pPr>
            <a:r>
              <a:rPr lang="en-US" sz="2800" dirty="0"/>
              <a:t>using namespace std;</a:t>
            </a:r>
          </a:p>
          <a:p>
            <a:pPr marL="0" indent="0">
              <a:buNone/>
            </a:pPr>
            <a:r>
              <a:rPr lang="en-US" sz="2800" dirty="0"/>
              <a:t>int main()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int day;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cout</a:t>
            </a:r>
            <a:r>
              <a:rPr lang="en-US" sz="2800" dirty="0"/>
              <a:t> &lt;&lt; "Enter a number (1-3): ";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cin</a:t>
            </a:r>
            <a:r>
              <a:rPr lang="en-US" sz="2800" dirty="0"/>
              <a:t> &gt;&gt; day;</a:t>
            </a:r>
          </a:p>
          <a:p>
            <a:pPr marL="0" indent="0">
              <a:buNone/>
            </a:pPr>
            <a:r>
              <a:rPr lang="en-US" sz="2800" dirty="0"/>
              <a:t>    switch(day)</a:t>
            </a:r>
          </a:p>
          <a:p>
            <a:pPr marL="0" indent="0">
              <a:buNone/>
            </a:pPr>
            <a:r>
              <a:rPr lang="en-US" sz="2800" dirty="0"/>
              <a:t>    {</a:t>
            </a:r>
          </a:p>
          <a:p>
            <a:pPr marL="0" indent="0">
              <a:buNone/>
            </a:pPr>
            <a:r>
              <a:rPr lang="en-US" sz="2800" dirty="0"/>
              <a:t>        case 1: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800" dirty="0" err="1"/>
              <a:t>cout</a:t>
            </a:r>
            <a:r>
              <a:rPr lang="en-US" sz="2800" dirty="0"/>
              <a:t> &lt;&lt; "Monday";</a:t>
            </a:r>
          </a:p>
          <a:p>
            <a:pPr marL="0" indent="0">
              <a:buNone/>
            </a:pPr>
            <a:r>
              <a:rPr lang="en-US" sz="2800" dirty="0"/>
              <a:t>            break;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46F8C-9A2B-51A7-46B4-94C6D3982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9823"/>
            <a:ext cx="5181600" cy="59071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case 2: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800" dirty="0" err="1"/>
              <a:t>cout</a:t>
            </a:r>
            <a:r>
              <a:rPr lang="en-US" sz="2800" dirty="0"/>
              <a:t> &lt;&lt; "Tuesday";</a:t>
            </a:r>
          </a:p>
          <a:p>
            <a:pPr marL="0" indent="0">
              <a:buNone/>
            </a:pPr>
            <a:r>
              <a:rPr lang="en-US" sz="2800" dirty="0"/>
              <a:t>            break;</a:t>
            </a:r>
          </a:p>
          <a:p>
            <a:pPr marL="0" indent="0">
              <a:buNone/>
            </a:pPr>
            <a:r>
              <a:rPr lang="en-US" sz="2800" dirty="0"/>
              <a:t> case 3: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800" dirty="0" err="1"/>
              <a:t>cout</a:t>
            </a:r>
            <a:r>
              <a:rPr lang="en-US" sz="2800" dirty="0"/>
              <a:t> &lt;&lt; "Wednesday";</a:t>
            </a:r>
          </a:p>
          <a:p>
            <a:pPr marL="0" indent="0">
              <a:buNone/>
            </a:pPr>
            <a:r>
              <a:rPr lang="en-US" sz="2800" dirty="0"/>
              <a:t>            break;</a:t>
            </a:r>
          </a:p>
          <a:p>
            <a:pPr marL="0" indent="0">
              <a:buNone/>
            </a:pPr>
            <a:r>
              <a:rPr lang="en-US" sz="2800" dirty="0"/>
              <a:t>        default: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800" dirty="0" err="1"/>
              <a:t>cout</a:t>
            </a:r>
            <a:r>
              <a:rPr lang="en-US" sz="2800" dirty="0"/>
              <a:t> &lt;&lt; "Invalid Day";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pPr marL="0" indent="0">
              <a:buNone/>
            </a:pPr>
            <a:r>
              <a:rPr lang="en-US" sz="2800" dirty="0"/>
              <a:t>    return 0;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982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F218D-D2CD-2D67-6312-0EB7FF6F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operator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C6622-1AAB-9179-8CF6-93AA38AA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Refer operator ppt</a:t>
            </a:r>
          </a:p>
        </p:txBody>
      </p:sp>
    </p:spTree>
    <p:extLst>
      <p:ext uri="{BB962C8B-B14F-4D97-AF65-F5344CB8AC3E}">
        <p14:creationId xmlns:p14="http://schemas.microsoft.com/office/powerpoint/2010/main" val="185913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FD85-D7B1-700D-DE75-76F214BD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127"/>
          </a:xfrm>
        </p:spPr>
        <p:txBody>
          <a:bodyPr/>
          <a:lstStyle/>
          <a:p>
            <a:r>
              <a:rPr lang="en-US" dirty="0"/>
              <a:t>Important 3 marks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DB5B38-7918-30B9-0621-44AD9DF059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6694"/>
            <a:ext cx="1056411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the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if-else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statement?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 nested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else-if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ladder?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the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purpose of the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break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in a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default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in a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statement?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conditional (ternary) operator?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the syntax of the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one difference between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if-else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25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8DA6-9BB1-D443-AD36-DB417767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12- marks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D00B5D-8CA1-28D9-0BE0-AA2FFB8507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62192"/>
            <a:ext cx="10884108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different types of conditional statements in C++ with suitable examples.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if-else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with syntax, flowchart, and example.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nested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if-else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with a suitable example.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else-if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ladder with syntax and example.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with syntax, example, and advantages.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if-else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statements with suitable examples.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conditional (ternary) operator with syntax and example. </a:t>
            </a:r>
          </a:p>
        </p:txBody>
      </p:sp>
    </p:spTree>
    <p:extLst>
      <p:ext uri="{BB962C8B-B14F-4D97-AF65-F5344CB8AC3E}">
        <p14:creationId xmlns:p14="http://schemas.microsoft.com/office/powerpoint/2010/main" val="182986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CD0B-B0BC-4659-DD71-48851FBB3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/>
          <a:lstStyle/>
          <a:p>
            <a:r>
              <a:rPr lang="en-US" dirty="0"/>
              <a:t>Programs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5309EE-7A1E-EEEA-3083-0967DDF7A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97347"/>
            <a:ext cx="11246348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whether a number is positive, negative, or zero.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whether a number is even or odd.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largest of two numbers.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largest of three numbers.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whether a person is eligible to vote.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 Programs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grade of a student using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else-if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ladder.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the day of the week using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simple calculator using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whether a year is a leap year.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whether a character is a vowel or consonant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Slightly Advanced Programs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whether a character is uppercase, lowercase, digit, or special character.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greatest among four numbers using nested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an electricity bill using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else-if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ladder.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income tax based on income slabs using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else-if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ladder.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menu-driven program (Addition, Subtraction, Multiplication, Division) using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66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1692-3078-0193-C6D3-7DC1921D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ACFC-9688-6569-F413-F0191002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5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1208</Words>
  <Application>Microsoft Office PowerPoint</Application>
  <PresentationFormat>Widescreen</PresentationFormat>
  <Paragraphs>231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Arial Unicode MS</vt:lpstr>
      <vt:lpstr>Courier New</vt:lpstr>
      <vt:lpstr>Nunito</vt:lpstr>
      <vt:lpstr>Office Theme</vt:lpstr>
      <vt:lpstr>Decision making  or  conditional statements</vt:lpstr>
      <vt:lpstr>Definition </vt:lpstr>
      <vt:lpstr>Types of conditional Statement</vt:lpstr>
      <vt:lpstr>Simple if  Used when only the true condition needs to be executed.</vt:lpstr>
      <vt:lpstr>Syntax </vt:lpstr>
      <vt:lpstr>Example – Eligible to vote</vt:lpstr>
      <vt:lpstr>If- else statement  Executes if block if the condition is true, otherwise executes else block.  </vt:lpstr>
      <vt:lpstr>Syntax</vt:lpstr>
      <vt:lpstr>Example – pass or fail </vt:lpstr>
      <vt:lpstr>Else-if ladder </vt:lpstr>
      <vt:lpstr>Flow chart   else- if ladder</vt:lpstr>
      <vt:lpstr>Syntax </vt:lpstr>
      <vt:lpstr>Example </vt:lpstr>
      <vt:lpstr>Nested if else  If statement is inside another if or else statement</vt:lpstr>
      <vt:lpstr>Syntax</vt:lpstr>
      <vt:lpstr>PowerPoint Presentation</vt:lpstr>
      <vt:lpstr>Switch case </vt:lpstr>
      <vt:lpstr>PowerPoint Presentation</vt:lpstr>
      <vt:lpstr>Syntax</vt:lpstr>
      <vt:lpstr>PowerPoint Presentation</vt:lpstr>
      <vt:lpstr>Conditional operator </vt:lpstr>
      <vt:lpstr>Important 3 marks</vt:lpstr>
      <vt:lpstr>12- marks</vt:lpstr>
      <vt:lpstr>Programs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Raishabanu Ayubkhan</dc:creator>
  <cp:lastModifiedBy>Raishabanu Ayubkhan</cp:lastModifiedBy>
  <cp:revision>9</cp:revision>
  <dcterms:created xsi:type="dcterms:W3CDTF">2026-07-13T04:25:18Z</dcterms:created>
  <dcterms:modified xsi:type="dcterms:W3CDTF">2026-07-14T04:29:58Z</dcterms:modified>
</cp:coreProperties>
</file>